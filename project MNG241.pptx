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6" r:id="rId6"/>
    <p:sldId id="260" r:id="rId7"/>
    <p:sldId id="261" r:id="rId8"/>
    <p:sldId id="262" r:id="rId9"/>
    <p:sldId id="264" r:id="rId10"/>
    <p:sldId id="267" r:id="rId11"/>
    <p:sldId id="26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988FF2-BD7F-4608-9096-D4CD81C74E8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0F1CD6-EEA3-4712-A178-67DF3FF2DA3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Thermodynamics</a:t>
          </a:r>
          <a:r>
            <a:rPr lang="en-US" dirty="0"/>
            <a:t> </a:t>
          </a:r>
        </a:p>
      </dgm:t>
    </dgm:pt>
    <dgm:pt modelId="{A31DB7E6-7E59-4C05-ADD7-66B887498A7A}" type="parTrans" cxnId="{09CF2F02-5068-4ACF-9904-06586AE91568}">
      <dgm:prSet/>
      <dgm:spPr/>
      <dgm:t>
        <a:bodyPr/>
        <a:lstStyle/>
        <a:p>
          <a:endParaRPr lang="en-US"/>
        </a:p>
      </dgm:t>
    </dgm:pt>
    <dgm:pt modelId="{D4606889-19FB-4993-BE63-47DEDC8DBA43}" type="sibTrans" cxnId="{09CF2F02-5068-4ACF-9904-06586AE91568}">
      <dgm:prSet/>
      <dgm:spPr/>
      <dgm:t>
        <a:bodyPr/>
        <a:lstStyle/>
        <a:p>
          <a:endParaRPr lang="en-US"/>
        </a:p>
      </dgm:t>
    </dgm:pt>
    <dgm:pt modelId="{B9285DB2-9CAD-4614-A6C3-CA04D747D5B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Combustion models</a:t>
          </a:r>
          <a:r>
            <a:rPr lang="en-US" dirty="0"/>
            <a:t> </a:t>
          </a:r>
        </a:p>
      </dgm:t>
    </dgm:pt>
    <dgm:pt modelId="{72EFCEE1-0896-4DD8-B81B-F49C47CFD61C}" type="parTrans" cxnId="{C9837276-5A78-4E6E-9B61-6AA6451DC8CF}">
      <dgm:prSet/>
      <dgm:spPr/>
      <dgm:t>
        <a:bodyPr/>
        <a:lstStyle/>
        <a:p>
          <a:endParaRPr lang="en-US"/>
        </a:p>
      </dgm:t>
    </dgm:pt>
    <dgm:pt modelId="{13E3CFAF-AC92-4E95-96EA-B409D55F2A5D}" type="sibTrans" cxnId="{C9837276-5A78-4E6E-9B61-6AA6451DC8CF}">
      <dgm:prSet/>
      <dgm:spPr/>
      <dgm:t>
        <a:bodyPr/>
        <a:lstStyle/>
        <a:p>
          <a:endParaRPr lang="en-US"/>
        </a:p>
      </dgm:t>
    </dgm:pt>
    <dgm:pt modelId="{39A5432C-3594-4B8F-9377-9B87CAEDE3F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Fluid dynamics</a:t>
          </a:r>
          <a:r>
            <a:rPr lang="en-US" dirty="0"/>
            <a:t> </a:t>
          </a:r>
        </a:p>
      </dgm:t>
    </dgm:pt>
    <dgm:pt modelId="{A1533034-BF5F-4373-BC0C-4EEE519ECDAC}" type="parTrans" cxnId="{31EE3A4B-F842-43DB-9D81-14C6171B0E95}">
      <dgm:prSet/>
      <dgm:spPr/>
      <dgm:t>
        <a:bodyPr/>
        <a:lstStyle/>
        <a:p>
          <a:endParaRPr lang="en-US"/>
        </a:p>
      </dgm:t>
    </dgm:pt>
    <dgm:pt modelId="{62E9D228-14A4-4DBA-B2C5-8E300F2A8912}" type="sibTrans" cxnId="{31EE3A4B-F842-43DB-9D81-14C6171B0E95}">
      <dgm:prSet/>
      <dgm:spPr/>
      <dgm:t>
        <a:bodyPr/>
        <a:lstStyle/>
        <a:p>
          <a:endParaRPr lang="en-US"/>
        </a:p>
      </dgm:t>
    </dgm:pt>
    <dgm:pt modelId="{37F0CB51-2553-4581-8549-FDD23E5F435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Heat transfer</a:t>
          </a:r>
          <a:endParaRPr lang="en-US" dirty="0"/>
        </a:p>
      </dgm:t>
    </dgm:pt>
    <dgm:pt modelId="{8CA119A6-3D0F-43F9-97F3-ED6181CA0AD9}" type="parTrans" cxnId="{4E5216CD-8072-4B74-9DA3-C07C054317ED}">
      <dgm:prSet/>
      <dgm:spPr/>
      <dgm:t>
        <a:bodyPr/>
        <a:lstStyle/>
        <a:p>
          <a:endParaRPr lang="en-US"/>
        </a:p>
      </dgm:t>
    </dgm:pt>
    <dgm:pt modelId="{17E65101-2877-4E08-813A-D80E16678E81}" type="sibTrans" cxnId="{4E5216CD-8072-4B74-9DA3-C07C054317ED}">
      <dgm:prSet/>
      <dgm:spPr/>
      <dgm:t>
        <a:bodyPr/>
        <a:lstStyle/>
        <a:p>
          <a:endParaRPr lang="en-US"/>
        </a:p>
      </dgm:t>
    </dgm:pt>
    <dgm:pt modelId="{432D1FC2-EBA1-4ABA-8275-D4905CB7C5A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Mechanical dynamics</a:t>
          </a:r>
          <a:endParaRPr lang="en-US" dirty="0"/>
        </a:p>
      </dgm:t>
    </dgm:pt>
    <dgm:pt modelId="{A1D37C0A-2BFE-43CD-B658-1BA9C4EE51D9}" type="parTrans" cxnId="{42E6B117-366F-4805-9739-CDA4BE8F3F1F}">
      <dgm:prSet/>
      <dgm:spPr/>
      <dgm:t>
        <a:bodyPr/>
        <a:lstStyle/>
        <a:p>
          <a:endParaRPr lang="en-US"/>
        </a:p>
      </dgm:t>
    </dgm:pt>
    <dgm:pt modelId="{F9FEF36F-B607-4E66-A958-813716A377D7}" type="sibTrans" cxnId="{42E6B117-366F-4805-9739-CDA4BE8F3F1F}">
      <dgm:prSet/>
      <dgm:spPr/>
      <dgm:t>
        <a:bodyPr/>
        <a:lstStyle/>
        <a:p>
          <a:endParaRPr lang="en-US"/>
        </a:p>
      </dgm:t>
    </dgm:pt>
    <dgm:pt modelId="{6727ABA3-CA2C-435E-8344-F265EB3790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Fuel injection and ignition timing</a:t>
          </a:r>
          <a:endParaRPr lang="en-US"/>
        </a:p>
      </dgm:t>
    </dgm:pt>
    <dgm:pt modelId="{DB3755D5-8AB5-4F9E-8606-3C7DB9295E6E}" type="parTrans" cxnId="{393F0583-846E-4522-B6E7-A375B032FDFE}">
      <dgm:prSet/>
      <dgm:spPr/>
      <dgm:t>
        <a:bodyPr/>
        <a:lstStyle/>
        <a:p>
          <a:endParaRPr lang="en-US"/>
        </a:p>
      </dgm:t>
    </dgm:pt>
    <dgm:pt modelId="{84E15164-5B58-4936-9C31-11F7C83A410F}" type="sibTrans" cxnId="{393F0583-846E-4522-B6E7-A375B032FDFE}">
      <dgm:prSet/>
      <dgm:spPr/>
      <dgm:t>
        <a:bodyPr/>
        <a:lstStyle/>
        <a:p>
          <a:endParaRPr lang="en-US"/>
        </a:p>
      </dgm:t>
    </dgm:pt>
    <dgm:pt modelId="{C48ED52C-1C6D-4541-A5B8-7D8599EFE5E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Emission models</a:t>
          </a:r>
          <a:endParaRPr lang="en-US"/>
        </a:p>
      </dgm:t>
    </dgm:pt>
    <dgm:pt modelId="{E37146E8-39A2-48C7-946D-C5FDB320631D}" type="parTrans" cxnId="{92B9269B-304D-47C6-9A80-40C3D2CF0A80}">
      <dgm:prSet/>
      <dgm:spPr/>
      <dgm:t>
        <a:bodyPr/>
        <a:lstStyle/>
        <a:p>
          <a:endParaRPr lang="en-US"/>
        </a:p>
      </dgm:t>
    </dgm:pt>
    <dgm:pt modelId="{42D79810-E01C-44AF-866F-3C1B7584B96E}" type="sibTrans" cxnId="{92B9269B-304D-47C6-9A80-40C3D2CF0A80}">
      <dgm:prSet/>
      <dgm:spPr/>
      <dgm:t>
        <a:bodyPr/>
        <a:lstStyle/>
        <a:p>
          <a:endParaRPr lang="en-US"/>
        </a:p>
      </dgm:t>
    </dgm:pt>
    <dgm:pt modelId="{17CEBC97-4DD4-49AA-835B-246443B92A6A}" type="pres">
      <dgm:prSet presAssocID="{D3988FF2-BD7F-4608-9096-D4CD81C74E8F}" presName="diagram" presStyleCnt="0">
        <dgm:presLayoutVars>
          <dgm:dir/>
          <dgm:resizeHandles val="exact"/>
        </dgm:presLayoutVars>
      </dgm:prSet>
      <dgm:spPr/>
    </dgm:pt>
    <dgm:pt modelId="{F604AA95-0281-4022-A15A-52FAB1097E2F}" type="pres">
      <dgm:prSet presAssocID="{510F1CD6-EEA3-4712-A178-67DF3FF2DA33}" presName="node" presStyleLbl="node1" presStyleIdx="0" presStyleCnt="7">
        <dgm:presLayoutVars>
          <dgm:bulletEnabled val="1"/>
        </dgm:presLayoutVars>
      </dgm:prSet>
      <dgm:spPr/>
    </dgm:pt>
    <dgm:pt modelId="{2066877D-C48F-4816-AD01-16537ACC9DBC}" type="pres">
      <dgm:prSet presAssocID="{D4606889-19FB-4993-BE63-47DEDC8DBA43}" presName="sibTrans" presStyleCnt="0"/>
      <dgm:spPr/>
    </dgm:pt>
    <dgm:pt modelId="{7BC7C87F-F0C3-421C-91B5-05BD0D92F718}" type="pres">
      <dgm:prSet presAssocID="{B9285DB2-9CAD-4614-A6C3-CA04D747D5BC}" presName="node" presStyleLbl="node1" presStyleIdx="1" presStyleCnt="7">
        <dgm:presLayoutVars>
          <dgm:bulletEnabled val="1"/>
        </dgm:presLayoutVars>
      </dgm:prSet>
      <dgm:spPr/>
    </dgm:pt>
    <dgm:pt modelId="{DCA2E227-01DF-4C77-BA97-6D037ED4F496}" type="pres">
      <dgm:prSet presAssocID="{13E3CFAF-AC92-4E95-96EA-B409D55F2A5D}" presName="sibTrans" presStyleCnt="0"/>
      <dgm:spPr/>
    </dgm:pt>
    <dgm:pt modelId="{7BD81751-E606-4D17-9339-DC5BF5A1D057}" type="pres">
      <dgm:prSet presAssocID="{39A5432C-3594-4B8F-9377-9B87CAEDE3F7}" presName="node" presStyleLbl="node1" presStyleIdx="2" presStyleCnt="7">
        <dgm:presLayoutVars>
          <dgm:bulletEnabled val="1"/>
        </dgm:presLayoutVars>
      </dgm:prSet>
      <dgm:spPr/>
    </dgm:pt>
    <dgm:pt modelId="{F25F0D4C-C8AD-446C-AF59-D7CD6B4C0779}" type="pres">
      <dgm:prSet presAssocID="{62E9D228-14A4-4DBA-B2C5-8E300F2A8912}" presName="sibTrans" presStyleCnt="0"/>
      <dgm:spPr/>
    </dgm:pt>
    <dgm:pt modelId="{4E35E4D8-439A-40FB-B0E7-2C606DB2D02D}" type="pres">
      <dgm:prSet presAssocID="{37F0CB51-2553-4581-8549-FDD23E5F4357}" presName="node" presStyleLbl="node1" presStyleIdx="3" presStyleCnt="7">
        <dgm:presLayoutVars>
          <dgm:bulletEnabled val="1"/>
        </dgm:presLayoutVars>
      </dgm:prSet>
      <dgm:spPr/>
    </dgm:pt>
    <dgm:pt modelId="{AC6A05F7-A951-4C9E-8DAC-E9B3416F73F7}" type="pres">
      <dgm:prSet presAssocID="{17E65101-2877-4E08-813A-D80E16678E81}" presName="sibTrans" presStyleCnt="0"/>
      <dgm:spPr/>
    </dgm:pt>
    <dgm:pt modelId="{87DB03CC-CC26-49A8-BAD9-3B701CE98496}" type="pres">
      <dgm:prSet presAssocID="{432D1FC2-EBA1-4ABA-8275-D4905CB7C5AA}" presName="node" presStyleLbl="node1" presStyleIdx="4" presStyleCnt="7">
        <dgm:presLayoutVars>
          <dgm:bulletEnabled val="1"/>
        </dgm:presLayoutVars>
      </dgm:prSet>
      <dgm:spPr/>
    </dgm:pt>
    <dgm:pt modelId="{4F298C25-156E-49EF-8126-0B42A4709B94}" type="pres">
      <dgm:prSet presAssocID="{F9FEF36F-B607-4E66-A958-813716A377D7}" presName="sibTrans" presStyleCnt="0"/>
      <dgm:spPr/>
    </dgm:pt>
    <dgm:pt modelId="{EE12D1FD-4C31-44CF-93C7-C34D3C445A15}" type="pres">
      <dgm:prSet presAssocID="{6727ABA3-CA2C-435E-8344-F265EB3790DE}" presName="node" presStyleLbl="node1" presStyleIdx="5" presStyleCnt="7">
        <dgm:presLayoutVars>
          <dgm:bulletEnabled val="1"/>
        </dgm:presLayoutVars>
      </dgm:prSet>
      <dgm:spPr/>
    </dgm:pt>
    <dgm:pt modelId="{480E83FE-DF63-4774-BC5D-795764DA77AD}" type="pres">
      <dgm:prSet presAssocID="{84E15164-5B58-4936-9C31-11F7C83A410F}" presName="sibTrans" presStyleCnt="0"/>
      <dgm:spPr/>
    </dgm:pt>
    <dgm:pt modelId="{E2E2020A-F247-48F3-8B82-884C56F04A0B}" type="pres">
      <dgm:prSet presAssocID="{C48ED52C-1C6D-4541-A5B8-7D8599EFE5E4}" presName="node" presStyleLbl="node1" presStyleIdx="6" presStyleCnt="7">
        <dgm:presLayoutVars>
          <dgm:bulletEnabled val="1"/>
        </dgm:presLayoutVars>
      </dgm:prSet>
      <dgm:spPr/>
    </dgm:pt>
  </dgm:ptLst>
  <dgm:cxnLst>
    <dgm:cxn modelId="{09CF2F02-5068-4ACF-9904-06586AE91568}" srcId="{D3988FF2-BD7F-4608-9096-D4CD81C74E8F}" destId="{510F1CD6-EEA3-4712-A178-67DF3FF2DA33}" srcOrd="0" destOrd="0" parTransId="{A31DB7E6-7E59-4C05-ADD7-66B887498A7A}" sibTransId="{D4606889-19FB-4993-BE63-47DEDC8DBA43}"/>
    <dgm:cxn modelId="{805CDB03-5E62-4259-A68F-86C1A44E2949}" type="presOf" srcId="{D3988FF2-BD7F-4608-9096-D4CD81C74E8F}" destId="{17CEBC97-4DD4-49AA-835B-246443B92A6A}" srcOrd="0" destOrd="0" presId="urn:microsoft.com/office/officeart/2005/8/layout/default"/>
    <dgm:cxn modelId="{38A0BA05-7FE4-4A66-AFF2-F65D812C5CE1}" type="presOf" srcId="{432D1FC2-EBA1-4ABA-8275-D4905CB7C5AA}" destId="{87DB03CC-CC26-49A8-BAD9-3B701CE98496}" srcOrd="0" destOrd="0" presId="urn:microsoft.com/office/officeart/2005/8/layout/default"/>
    <dgm:cxn modelId="{42E6B117-366F-4805-9739-CDA4BE8F3F1F}" srcId="{D3988FF2-BD7F-4608-9096-D4CD81C74E8F}" destId="{432D1FC2-EBA1-4ABA-8275-D4905CB7C5AA}" srcOrd="4" destOrd="0" parTransId="{A1D37C0A-2BFE-43CD-B658-1BA9C4EE51D9}" sibTransId="{F9FEF36F-B607-4E66-A958-813716A377D7}"/>
    <dgm:cxn modelId="{FCF47C3C-087C-4A53-8200-CECEAA71307E}" type="presOf" srcId="{6727ABA3-CA2C-435E-8344-F265EB3790DE}" destId="{EE12D1FD-4C31-44CF-93C7-C34D3C445A15}" srcOrd="0" destOrd="0" presId="urn:microsoft.com/office/officeart/2005/8/layout/default"/>
    <dgm:cxn modelId="{947D8466-206E-4980-9526-7F238C480AE4}" type="presOf" srcId="{B9285DB2-9CAD-4614-A6C3-CA04D747D5BC}" destId="{7BC7C87F-F0C3-421C-91B5-05BD0D92F718}" srcOrd="0" destOrd="0" presId="urn:microsoft.com/office/officeart/2005/8/layout/default"/>
    <dgm:cxn modelId="{C065FE66-E49A-46F8-9767-5B03880E7F88}" type="presOf" srcId="{37F0CB51-2553-4581-8549-FDD23E5F4357}" destId="{4E35E4D8-439A-40FB-B0E7-2C606DB2D02D}" srcOrd="0" destOrd="0" presId="urn:microsoft.com/office/officeart/2005/8/layout/default"/>
    <dgm:cxn modelId="{31EE3A4B-F842-43DB-9D81-14C6171B0E95}" srcId="{D3988FF2-BD7F-4608-9096-D4CD81C74E8F}" destId="{39A5432C-3594-4B8F-9377-9B87CAEDE3F7}" srcOrd="2" destOrd="0" parTransId="{A1533034-BF5F-4373-BC0C-4EEE519ECDAC}" sibTransId="{62E9D228-14A4-4DBA-B2C5-8E300F2A8912}"/>
    <dgm:cxn modelId="{C9837276-5A78-4E6E-9B61-6AA6451DC8CF}" srcId="{D3988FF2-BD7F-4608-9096-D4CD81C74E8F}" destId="{B9285DB2-9CAD-4614-A6C3-CA04D747D5BC}" srcOrd="1" destOrd="0" parTransId="{72EFCEE1-0896-4DD8-B81B-F49C47CFD61C}" sibTransId="{13E3CFAF-AC92-4E95-96EA-B409D55F2A5D}"/>
    <dgm:cxn modelId="{CCE9C57F-BE34-4800-97BE-0410C8E03EA0}" type="presOf" srcId="{C48ED52C-1C6D-4541-A5B8-7D8599EFE5E4}" destId="{E2E2020A-F247-48F3-8B82-884C56F04A0B}" srcOrd="0" destOrd="0" presId="urn:microsoft.com/office/officeart/2005/8/layout/default"/>
    <dgm:cxn modelId="{393F0583-846E-4522-B6E7-A375B032FDFE}" srcId="{D3988FF2-BD7F-4608-9096-D4CD81C74E8F}" destId="{6727ABA3-CA2C-435E-8344-F265EB3790DE}" srcOrd="5" destOrd="0" parTransId="{DB3755D5-8AB5-4F9E-8606-3C7DB9295E6E}" sibTransId="{84E15164-5B58-4936-9C31-11F7C83A410F}"/>
    <dgm:cxn modelId="{92B9269B-304D-47C6-9A80-40C3D2CF0A80}" srcId="{D3988FF2-BD7F-4608-9096-D4CD81C74E8F}" destId="{C48ED52C-1C6D-4541-A5B8-7D8599EFE5E4}" srcOrd="6" destOrd="0" parTransId="{E37146E8-39A2-48C7-946D-C5FDB320631D}" sibTransId="{42D79810-E01C-44AF-866F-3C1B7584B96E}"/>
    <dgm:cxn modelId="{52BF26A1-E851-4185-A377-0E649D0C35A3}" type="presOf" srcId="{39A5432C-3594-4B8F-9377-9B87CAEDE3F7}" destId="{7BD81751-E606-4D17-9339-DC5BF5A1D057}" srcOrd="0" destOrd="0" presId="urn:microsoft.com/office/officeart/2005/8/layout/default"/>
    <dgm:cxn modelId="{6A4EC8B9-013E-4FA7-857C-A80840C1FD60}" type="presOf" srcId="{510F1CD6-EEA3-4712-A178-67DF3FF2DA33}" destId="{F604AA95-0281-4022-A15A-52FAB1097E2F}" srcOrd="0" destOrd="0" presId="urn:microsoft.com/office/officeart/2005/8/layout/default"/>
    <dgm:cxn modelId="{4E5216CD-8072-4B74-9DA3-C07C054317ED}" srcId="{D3988FF2-BD7F-4608-9096-D4CD81C74E8F}" destId="{37F0CB51-2553-4581-8549-FDD23E5F4357}" srcOrd="3" destOrd="0" parTransId="{8CA119A6-3D0F-43F9-97F3-ED6181CA0AD9}" sibTransId="{17E65101-2877-4E08-813A-D80E16678E81}"/>
    <dgm:cxn modelId="{E51793AC-3BC1-445F-8F1A-C097564D8E79}" type="presParOf" srcId="{17CEBC97-4DD4-49AA-835B-246443B92A6A}" destId="{F604AA95-0281-4022-A15A-52FAB1097E2F}" srcOrd="0" destOrd="0" presId="urn:microsoft.com/office/officeart/2005/8/layout/default"/>
    <dgm:cxn modelId="{7BB25702-7936-412F-8468-0DDA42D363BC}" type="presParOf" srcId="{17CEBC97-4DD4-49AA-835B-246443B92A6A}" destId="{2066877D-C48F-4816-AD01-16537ACC9DBC}" srcOrd="1" destOrd="0" presId="urn:microsoft.com/office/officeart/2005/8/layout/default"/>
    <dgm:cxn modelId="{5A996F83-8B3F-43A9-BF5A-0F86E0F983DB}" type="presParOf" srcId="{17CEBC97-4DD4-49AA-835B-246443B92A6A}" destId="{7BC7C87F-F0C3-421C-91B5-05BD0D92F718}" srcOrd="2" destOrd="0" presId="urn:microsoft.com/office/officeart/2005/8/layout/default"/>
    <dgm:cxn modelId="{44060483-1F11-427C-AC50-3DE3B8A8ABE1}" type="presParOf" srcId="{17CEBC97-4DD4-49AA-835B-246443B92A6A}" destId="{DCA2E227-01DF-4C77-BA97-6D037ED4F496}" srcOrd="3" destOrd="0" presId="urn:microsoft.com/office/officeart/2005/8/layout/default"/>
    <dgm:cxn modelId="{D40EAFF4-1C47-4B4A-83B8-E36115BA524F}" type="presParOf" srcId="{17CEBC97-4DD4-49AA-835B-246443B92A6A}" destId="{7BD81751-E606-4D17-9339-DC5BF5A1D057}" srcOrd="4" destOrd="0" presId="urn:microsoft.com/office/officeart/2005/8/layout/default"/>
    <dgm:cxn modelId="{AC78D1F5-CB03-48DE-9FF2-1A6271496F54}" type="presParOf" srcId="{17CEBC97-4DD4-49AA-835B-246443B92A6A}" destId="{F25F0D4C-C8AD-446C-AF59-D7CD6B4C0779}" srcOrd="5" destOrd="0" presId="urn:microsoft.com/office/officeart/2005/8/layout/default"/>
    <dgm:cxn modelId="{60FC98C9-8BE7-4039-9735-4AA176860B59}" type="presParOf" srcId="{17CEBC97-4DD4-49AA-835B-246443B92A6A}" destId="{4E35E4D8-439A-40FB-B0E7-2C606DB2D02D}" srcOrd="6" destOrd="0" presId="urn:microsoft.com/office/officeart/2005/8/layout/default"/>
    <dgm:cxn modelId="{7D95368E-7E7B-4DDF-84AB-8617D2E18852}" type="presParOf" srcId="{17CEBC97-4DD4-49AA-835B-246443B92A6A}" destId="{AC6A05F7-A951-4C9E-8DAC-E9B3416F73F7}" srcOrd="7" destOrd="0" presId="urn:microsoft.com/office/officeart/2005/8/layout/default"/>
    <dgm:cxn modelId="{F401A56D-628E-4B70-95A2-80AB77E54FDE}" type="presParOf" srcId="{17CEBC97-4DD4-49AA-835B-246443B92A6A}" destId="{87DB03CC-CC26-49A8-BAD9-3B701CE98496}" srcOrd="8" destOrd="0" presId="urn:microsoft.com/office/officeart/2005/8/layout/default"/>
    <dgm:cxn modelId="{41D3098A-35DE-412C-8402-6C0C159833E3}" type="presParOf" srcId="{17CEBC97-4DD4-49AA-835B-246443B92A6A}" destId="{4F298C25-156E-49EF-8126-0B42A4709B94}" srcOrd="9" destOrd="0" presId="urn:microsoft.com/office/officeart/2005/8/layout/default"/>
    <dgm:cxn modelId="{37011B8F-F92A-40AF-A0CC-37FF95A17CC6}" type="presParOf" srcId="{17CEBC97-4DD4-49AA-835B-246443B92A6A}" destId="{EE12D1FD-4C31-44CF-93C7-C34D3C445A15}" srcOrd="10" destOrd="0" presId="urn:microsoft.com/office/officeart/2005/8/layout/default"/>
    <dgm:cxn modelId="{B2796264-6009-4C98-8D41-222978565E86}" type="presParOf" srcId="{17CEBC97-4DD4-49AA-835B-246443B92A6A}" destId="{480E83FE-DF63-4774-BC5D-795764DA77AD}" srcOrd="11" destOrd="0" presId="urn:microsoft.com/office/officeart/2005/8/layout/default"/>
    <dgm:cxn modelId="{2BD26515-7BAF-426E-AFB0-958A1767F244}" type="presParOf" srcId="{17CEBC97-4DD4-49AA-835B-246443B92A6A}" destId="{E2E2020A-F247-48F3-8B82-884C56F04A0B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04AA95-0281-4022-A15A-52FAB1097E2F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b="1" kern="1200" dirty="0"/>
            <a:t>Thermodynamics</a:t>
          </a:r>
          <a:r>
            <a:rPr lang="en-US" sz="2200" kern="1200" dirty="0"/>
            <a:t> </a:t>
          </a:r>
        </a:p>
      </dsp:txBody>
      <dsp:txXfrm>
        <a:off x="3080" y="587032"/>
        <a:ext cx="2444055" cy="1466433"/>
      </dsp:txXfrm>
    </dsp:sp>
    <dsp:sp modelId="{7BC7C87F-F0C3-421C-91B5-05BD0D92F718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b="1" kern="1200" dirty="0"/>
            <a:t>Combustion models</a:t>
          </a:r>
          <a:r>
            <a:rPr lang="en-US" sz="2200" kern="1200" dirty="0"/>
            <a:t> </a:t>
          </a:r>
        </a:p>
      </dsp:txBody>
      <dsp:txXfrm>
        <a:off x="2691541" y="587032"/>
        <a:ext cx="2444055" cy="1466433"/>
      </dsp:txXfrm>
    </dsp:sp>
    <dsp:sp modelId="{7BD81751-E606-4D17-9339-DC5BF5A1D057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b="1" kern="1200" dirty="0"/>
            <a:t>Fluid dynamics</a:t>
          </a:r>
          <a:r>
            <a:rPr lang="en-US" sz="2200" kern="1200" dirty="0"/>
            <a:t> </a:t>
          </a:r>
        </a:p>
      </dsp:txBody>
      <dsp:txXfrm>
        <a:off x="5380002" y="587032"/>
        <a:ext cx="2444055" cy="1466433"/>
      </dsp:txXfrm>
    </dsp:sp>
    <dsp:sp modelId="{4E35E4D8-439A-40FB-B0E7-2C606DB2D02D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b="1" kern="1200" dirty="0"/>
            <a:t>Heat transfer</a:t>
          </a:r>
          <a:endParaRPr lang="en-US" sz="2200" kern="1200" dirty="0"/>
        </a:p>
      </dsp:txBody>
      <dsp:txXfrm>
        <a:off x="8068463" y="587032"/>
        <a:ext cx="2444055" cy="1466433"/>
      </dsp:txXfrm>
    </dsp:sp>
    <dsp:sp modelId="{87DB03CC-CC26-49A8-BAD9-3B701CE98496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b="1" kern="1200" dirty="0"/>
            <a:t>Mechanical dynamics</a:t>
          </a:r>
          <a:endParaRPr lang="en-US" sz="2200" kern="1200" dirty="0"/>
        </a:p>
      </dsp:txBody>
      <dsp:txXfrm>
        <a:off x="1347311" y="2297871"/>
        <a:ext cx="2444055" cy="1466433"/>
      </dsp:txXfrm>
    </dsp:sp>
    <dsp:sp modelId="{EE12D1FD-4C31-44CF-93C7-C34D3C445A15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b="1" kern="1200"/>
            <a:t>Fuel injection and ignition timing</a:t>
          </a:r>
          <a:endParaRPr lang="en-US" sz="2200" kern="1200"/>
        </a:p>
      </dsp:txBody>
      <dsp:txXfrm>
        <a:off x="4035772" y="2297871"/>
        <a:ext cx="2444055" cy="1466433"/>
      </dsp:txXfrm>
    </dsp:sp>
    <dsp:sp modelId="{E2E2020A-F247-48F3-8B82-884C56F04A0B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b="1" kern="1200"/>
            <a:t>Emission models</a:t>
          </a:r>
          <a:endParaRPr lang="en-US" sz="2200" kern="1200"/>
        </a:p>
      </dsp:txBody>
      <dsp:txXfrm>
        <a:off x="6724233" y="2297871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FC3C-3A8B-2DD6-457B-FE7B28C4A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B1B10-8E5C-35C0-F661-B183CCA03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E38DC-5F28-76AB-0088-A7637CFD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E081B-ADA6-A9BF-9D61-832EFED3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5F90E-C00E-56B4-686B-48CB056F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5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F654-B495-552E-C4DC-2C400751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D8B7C-6462-8C58-BF91-FFAEA12E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BFEC9-C876-9193-F99F-FD0A5AE8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36072-E08C-9739-3DF4-AD15CA5A2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6E05C-ECA7-5BA6-DE43-877174B0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77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CF55B-1AB1-5962-E4B5-6AE531751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75B39-A0A6-1CA3-4E16-8BA3D2DC4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927FD-5DCE-B08B-4196-1DD96C44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A8AF8-A0BC-FDA2-12FF-10B0A5F3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E0F3A-11B7-8C4D-BBD9-3938D86A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04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D3A54-EB25-22A4-9E90-BD557B03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B374A-8123-4959-09B5-1E7930AFA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A139A-ADC6-8EC3-3460-1E135E4F7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C2F5B-1D5F-EAA6-6203-FE6E5565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7B805-573F-E5D1-FEDE-07B82482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B03E2-036D-D4B2-0B5E-E422BFC4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2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EAD9A-6724-E62E-1D20-A6C7C131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E3045-014F-EBB7-B12B-4B14F037F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A0AF3-89A0-6B37-4D63-01E110040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98CD9C-3F9D-3A4A-BBA6-7DAC9493B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39ED4B-6A50-2323-C3C6-E638E94BD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FDE33-C4B1-565F-F166-0561A724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D4405A-D1D3-4D7E-00E5-1CDC58F2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93CD9-6159-D33D-3924-FA2EFE06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8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21C9-4F9E-1175-B980-06B67ADC0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47FD1-5145-55F0-5EB1-4A983F9F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42320-4A1D-3E3B-AF01-36D2E850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DA906-493B-CDB5-C3B5-96CBE83B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50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C01885-818B-2B3E-588F-B72E07B7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5CD92-3CE9-03F2-3325-D38857F3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14934-A48A-379B-C184-87378DE9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48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617B-1E94-A89A-EECF-A6122C6BC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14BCD-9B82-DE50-C5A3-6D2729795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5D07D-8515-959A-A7BE-D89D34320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EC985-A2EA-F72D-AF8F-38A2D5EB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51616-843F-E8AB-5B04-8B7AE79F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98388-D5DD-28AB-15AB-3356E64E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8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E827-83A8-DA1D-4E01-3D4E051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FCC805-939D-2206-D93E-B5978EE9C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6BC04-A22A-C75F-A719-9D077FF2F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86DBA-20F7-ED72-9075-784A93C6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F717F-666D-5645-A2C8-A7FB88A2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2DE29-DE8B-706B-0AEC-2BC91EBF2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84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EFAA-5987-51F2-E54D-4BA8C96A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F9389-DEF5-7303-EC81-40C68CBA7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45805-45DA-8516-7E5E-9F53EE30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C163B-79BF-0132-F33B-2BCDA931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556F4-038F-9B7A-9A8C-18FE2CC2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02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0CE21-8133-ED56-EBEF-1A800453A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7CE09-FF14-BAF7-8E4C-97A9AE122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407FC-5656-7C95-92CF-6FCF5EB0F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B1CD9-1073-D456-7B5D-D0BEA852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6C5E7-B04E-6C2A-D361-CDC989AC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265BD-DE57-6603-190C-23B65624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05906-EAEB-FE17-F604-34E4921CF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3E8D4-A598-E2C5-96A4-52818EAF7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60E7D-D62A-492C-A407-DC15248567F3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60973-BFF9-E779-403B-9B5F6D092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E9FAE-6ACE-7F7E-BA89-44FC1399F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0F9AE-D693-4CE4-973E-D6F52D55A2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60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ears up close">
            <a:extLst>
              <a:ext uri="{FF2B5EF4-FFF2-40B4-BE49-F238E27FC236}">
                <a16:creationId xmlns:a16="http://schemas.microsoft.com/office/drawing/2014/main" id="{6A127ECA-AB64-B9FF-54F0-C2FD73BB4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65" b="125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E98F8-4C7A-B4FD-72AA-ECC503D6C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3300" dirty="0"/>
              <a:t>Multi-Cylinder Internal Combustion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FE1D0-52C7-58DC-ADED-2147C8E94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anchor="ctr">
            <a:normAutofit/>
          </a:bodyPr>
          <a:lstStyle/>
          <a:p>
            <a:pPr algn="l"/>
            <a:r>
              <a:rPr lang="en-US" sz="1300" dirty="0"/>
              <a:t>MNG241</a:t>
            </a:r>
          </a:p>
          <a:p>
            <a:pPr algn="l"/>
            <a:r>
              <a:rPr lang="en-US" sz="1300" dirty="0"/>
              <a:t>DR. Raafat Shalaby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1442379-715F-A641-CE13-DE01F7C41EE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27228" y="463215"/>
            <a:ext cx="1359016" cy="131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4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D82F4-7485-4C5A-C294-884716EF6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u="sng" dirty="0"/>
              <a:t>Team members: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0D050-8D13-3C3B-0028-D210CF3CD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000" dirty="0"/>
              <a:t>Mohamed Aboelkhair              ID: 231001405</a:t>
            </a:r>
          </a:p>
          <a:p>
            <a:r>
              <a:rPr lang="en-US" sz="2000" dirty="0"/>
              <a:t>Amro Maged Mohamed          ID: 231001357</a:t>
            </a:r>
          </a:p>
          <a:p>
            <a:r>
              <a:rPr lang="en-US" sz="2000" dirty="0"/>
              <a:t>Moemen Ahmed                        ID: 231001011</a:t>
            </a:r>
          </a:p>
          <a:p>
            <a:r>
              <a:rPr lang="en-US" sz="2000" dirty="0"/>
              <a:t>Saif </a:t>
            </a:r>
            <a:r>
              <a:rPr lang="en-US" sz="2000" dirty="0" err="1"/>
              <a:t>Adbelmoamen</a:t>
            </a:r>
            <a:r>
              <a:rPr lang="en-US" sz="2000" dirty="0"/>
              <a:t>                   ID: 231001990</a:t>
            </a:r>
          </a:p>
          <a:p>
            <a:r>
              <a:rPr lang="en-US" sz="2000" dirty="0"/>
              <a:t>Adam Hussein Saeid                ID: 231000724</a:t>
            </a:r>
          </a:p>
          <a:p>
            <a:r>
              <a:rPr lang="en-US" sz="2000" dirty="0"/>
              <a:t>Osama Walid Mohamed         ID: 221000999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738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276A-E6A7-BDD1-110A-C09062F3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u="sng">
                <a:solidFill>
                  <a:srgbClr val="FFFFFF"/>
                </a:solidFill>
              </a:rPr>
              <a:t>Content: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76FA5A-51D2-D140-9B28-B07E9E4AD839}"/>
              </a:ext>
            </a:extLst>
          </p:cNvPr>
          <p:cNvGrpSpPr/>
          <p:nvPr/>
        </p:nvGrpSpPr>
        <p:grpSpPr>
          <a:xfrm>
            <a:off x="951401" y="2114125"/>
            <a:ext cx="10313137" cy="4189712"/>
            <a:chOff x="951401" y="2114125"/>
            <a:chExt cx="10313137" cy="418971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6EA24E4-B2A4-7B71-1768-9D2AAB952957}"/>
                </a:ext>
              </a:extLst>
            </p:cNvPr>
            <p:cNvSpPr/>
            <p:nvPr/>
          </p:nvSpPr>
          <p:spPr>
            <a:xfrm>
              <a:off x="951401" y="2114125"/>
              <a:ext cx="3222855" cy="1933713"/>
            </a:xfrm>
            <a:custGeom>
              <a:avLst/>
              <a:gdLst>
                <a:gd name="connsiteX0" fmla="*/ 0 w 3222855"/>
                <a:gd name="connsiteY0" fmla="*/ 0 h 1933713"/>
                <a:gd name="connsiteX1" fmla="*/ 3222855 w 3222855"/>
                <a:gd name="connsiteY1" fmla="*/ 0 h 1933713"/>
                <a:gd name="connsiteX2" fmla="*/ 3222855 w 3222855"/>
                <a:gd name="connsiteY2" fmla="*/ 1933713 h 1933713"/>
                <a:gd name="connsiteX3" fmla="*/ 0 w 3222855"/>
                <a:gd name="connsiteY3" fmla="*/ 1933713 h 1933713"/>
                <a:gd name="connsiteX4" fmla="*/ 0 w 3222855"/>
                <a:gd name="connsiteY4" fmla="*/ 0 h 193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2855" h="1933713">
                  <a:moveTo>
                    <a:pt x="0" y="0"/>
                  </a:moveTo>
                  <a:lnTo>
                    <a:pt x="3222855" y="0"/>
                  </a:lnTo>
                  <a:lnTo>
                    <a:pt x="3222855" y="1933713"/>
                  </a:lnTo>
                  <a:lnTo>
                    <a:pt x="0" y="1933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/>
                <a:t>Introduction 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2E01E39-43ED-35B5-B3C7-3DDFB6E0A2CF}"/>
                </a:ext>
              </a:extLst>
            </p:cNvPr>
            <p:cNvSpPr/>
            <p:nvPr/>
          </p:nvSpPr>
          <p:spPr>
            <a:xfrm>
              <a:off x="4496542" y="2114125"/>
              <a:ext cx="3222855" cy="1933713"/>
            </a:xfrm>
            <a:custGeom>
              <a:avLst/>
              <a:gdLst>
                <a:gd name="connsiteX0" fmla="*/ 0 w 3222855"/>
                <a:gd name="connsiteY0" fmla="*/ 0 h 1933713"/>
                <a:gd name="connsiteX1" fmla="*/ 3222855 w 3222855"/>
                <a:gd name="connsiteY1" fmla="*/ 0 h 1933713"/>
                <a:gd name="connsiteX2" fmla="*/ 3222855 w 3222855"/>
                <a:gd name="connsiteY2" fmla="*/ 1933713 h 1933713"/>
                <a:gd name="connsiteX3" fmla="*/ 0 w 3222855"/>
                <a:gd name="connsiteY3" fmla="*/ 1933713 h 1933713"/>
                <a:gd name="connsiteX4" fmla="*/ 0 w 3222855"/>
                <a:gd name="connsiteY4" fmla="*/ 0 h 193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2855" h="1933713">
                  <a:moveTo>
                    <a:pt x="0" y="0"/>
                  </a:moveTo>
                  <a:lnTo>
                    <a:pt x="3222855" y="0"/>
                  </a:lnTo>
                  <a:lnTo>
                    <a:pt x="3222855" y="1933713"/>
                  </a:lnTo>
                  <a:lnTo>
                    <a:pt x="0" y="1933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dirty="0"/>
                <a:t>Common Aspects Modeled in ICE Simulation</a:t>
              </a:r>
              <a:endParaRPr lang="en-US" sz="3200" kern="12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50B218A-3F27-4CC9-1CA0-7D32FA20CE1B}"/>
                </a:ext>
              </a:extLst>
            </p:cNvPr>
            <p:cNvSpPr/>
            <p:nvPr/>
          </p:nvSpPr>
          <p:spPr>
            <a:xfrm>
              <a:off x="8041683" y="2114125"/>
              <a:ext cx="3222855" cy="1933713"/>
            </a:xfrm>
            <a:custGeom>
              <a:avLst/>
              <a:gdLst>
                <a:gd name="connsiteX0" fmla="*/ 0 w 3222855"/>
                <a:gd name="connsiteY0" fmla="*/ 0 h 1933713"/>
                <a:gd name="connsiteX1" fmla="*/ 3222855 w 3222855"/>
                <a:gd name="connsiteY1" fmla="*/ 0 h 1933713"/>
                <a:gd name="connsiteX2" fmla="*/ 3222855 w 3222855"/>
                <a:gd name="connsiteY2" fmla="*/ 1933713 h 1933713"/>
                <a:gd name="connsiteX3" fmla="*/ 0 w 3222855"/>
                <a:gd name="connsiteY3" fmla="*/ 1933713 h 1933713"/>
                <a:gd name="connsiteX4" fmla="*/ 0 w 3222855"/>
                <a:gd name="connsiteY4" fmla="*/ 0 h 193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2855" h="1933713">
                  <a:moveTo>
                    <a:pt x="0" y="0"/>
                  </a:moveTo>
                  <a:lnTo>
                    <a:pt x="3222855" y="0"/>
                  </a:lnTo>
                  <a:lnTo>
                    <a:pt x="3222855" y="1933713"/>
                  </a:lnTo>
                  <a:lnTo>
                    <a:pt x="0" y="1933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/>
                <a:t>Design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9D9812B-3EC7-01C3-3CA1-40D18D894167}"/>
                </a:ext>
              </a:extLst>
            </p:cNvPr>
            <p:cNvSpPr/>
            <p:nvPr/>
          </p:nvSpPr>
          <p:spPr>
            <a:xfrm>
              <a:off x="951401" y="4370124"/>
              <a:ext cx="3222855" cy="1933713"/>
            </a:xfrm>
            <a:custGeom>
              <a:avLst/>
              <a:gdLst>
                <a:gd name="connsiteX0" fmla="*/ 0 w 3222855"/>
                <a:gd name="connsiteY0" fmla="*/ 0 h 1933713"/>
                <a:gd name="connsiteX1" fmla="*/ 3222855 w 3222855"/>
                <a:gd name="connsiteY1" fmla="*/ 0 h 1933713"/>
                <a:gd name="connsiteX2" fmla="*/ 3222855 w 3222855"/>
                <a:gd name="connsiteY2" fmla="*/ 1933713 h 1933713"/>
                <a:gd name="connsiteX3" fmla="*/ 0 w 3222855"/>
                <a:gd name="connsiteY3" fmla="*/ 1933713 h 1933713"/>
                <a:gd name="connsiteX4" fmla="*/ 0 w 3222855"/>
                <a:gd name="connsiteY4" fmla="*/ 0 h 193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2855" h="1933713">
                  <a:moveTo>
                    <a:pt x="0" y="0"/>
                  </a:moveTo>
                  <a:lnTo>
                    <a:pt x="3222855" y="0"/>
                  </a:lnTo>
                  <a:lnTo>
                    <a:pt x="3222855" y="1933713"/>
                  </a:lnTo>
                  <a:lnTo>
                    <a:pt x="0" y="1933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/>
                <a:t>Mathematical modeling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45A515F-508F-751A-568C-2A766C15BE4B}"/>
                </a:ext>
              </a:extLst>
            </p:cNvPr>
            <p:cNvSpPr/>
            <p:nvPr/>
          </p:nvSpPr>
          <p:spPr>
            <a:xfrm>
              <a:off x="4496542" y="4370124"/>
              <a:ext cx="3222855" cy="1933713"/>
            </a:xfrm>
            <a:custGeom>
              <a:avLst/>
              <a:gdLst>
                <a:gd name="connsiteX0" fmla="*/ 0 w 3222855"/>
                <a:gd name="connsiteY0" fmla="*/ 0 h 1933713"/>
                <a:gd name="connsiteX1" fmla="*/ 3222855 w 3222855"/>
                <a:gd name="connsiteY1" fmla="*/ 0 h 1933713"/>
                <a:gd name="connsiteX2" fmla="*/ 3222855 w 3222855"/>
                <a:gd name="connsiteY2" fmla="*/ 1933713 h 1933713"/>
                <a:gd name="connsiteX3" fmla="*/ 0 w 3222855"/>
                <a:gd name="connsiteY3" fmla="*/ 1933713 h 1933713"/>
                <a:gd name="connsiteX4" fmla="*/ 0 w 3222855"/>
                <a:gd name="connsiteY4" fmla="*/ 0 h 193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2855" h="1933713">
                  <a:moveTo>
                    <a:pt x="0" y="0"/>
                  </a:moveTo>
                  <a:lnTo>
                    <a:pt x="3222855" y="0"/>
                  </a:lnTo>
                  <a:lnTo>
                    <a:pt x="3222855" y="1933713"/>
                  </a:lnTo>
                  <a:lnTo>
                    <a:pt x="0" y="1933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/>
                <a:t>Modeling and simulation 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A92F66-3C1D-BC20-523C-DECE8B9AA410}"/>
                </a:ext>
              </a:extLst>
            </p:cNvPr>
            <p:cNvSpPr/>
            <p:nvPr/>
          </p:nvSpPr>
          <p:spPr>
            <a:xfrm>
              <a:off x="8041683" y="4370124"/>
              <a:ext cx="3222855" cy="1933713"/>
            </a:xfrm>
            <a:custGeom>
              <a:avLst/>
              <a:gdLst>
                <a:gd name="connsiteX0" fmla="*/ 0 w 3222855"/>
                <a:gd name="connsiteY0" fmla="*/ 0 h 1933713"/>
                <a:gd name="connsiteX1" fmla="*/ 3222855 w 3222855"/>
                <a:gd name="connsiteY1" fmla="*/ 0 h 1933713"/>
                <a:gd name="connsiteX2" fmla="*/ 3222855 w 3222855"/>
                <a:gd name="connsiteY2" fmla="*/ 1933713 h 1933713"/>
                <a:gd name="connsiteX3" fmla="*/ 0 w 3222855"/>
                <a:gd name="connsiteY3" fmla="*/ 1933713 h 1933713"/>
                <a:gd name="connsiteX4" fmla="*/ 0 w 3222855"/>
                <a:gd name="connsiteY4" fmla="*/ 0 h 193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2855" h="1933713">
                  <a:moveTo>
                    <a:pt x="0" y="0"/>
                  </a:moveTo>
                  <a:lnTo>
                    <a:pt x="3222855" y="0"/>
                  </a:lnTo>
                  <a:lnTo>
                    <a:pt x="3222855" y="1933713"/>
                  </a:lnTo>
                  <a:lnTo>
                    <a:pt x="0" y="1933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780" tIns="144780" rIns="144780" bIns="144780" numCol="1" spcCol="1270" anchor="ctr" anchorCtr="0">
              <a:noAutofit/>
            </a:bodyPr>
            <a:lstStyle/>
            <a:p>
              <a:pPr marL="0" lvl="0" indent="0" algn="ctr" defTabSz="1689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800" kern="1200" dirty="0"/>
                <a:t>3D printing &amp; Prototype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01290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355DA-925F-4C60-C4C9-CE43466E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u="sng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67315-BB63-761C-80FD-358D69268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000"/>
              <a:t>The project focuses on developing and analyzing a dynamic model of a motor-driven slider-crank mechanism, which is essential for converting rotational motion to linear motion in machines like engines and pumps.</a:t>
            </a:r>
          </a:p>
          <a:p>
            <a:r>
              <a:rPr lang="en-US" sz="2000"/>
              <a:t>It explores the interaction of electrical, mechanical, and kinematic principles to better understand the system's dynamic behavior, aiding in its design, control, and performance evaluation.</a:t>
            </a:r>
          </a:p>
          <a:p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1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FA46-B56D-1FF3-4497-E39680F8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/>
              <a:t>Common Aspects Modeled in ICE Simulation: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4D3A86-43C9-25E7-1C5D-68ACC56FDC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2273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746935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3B238-D62D-7E9F-D1FF-C9CF2E87E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 algn="ctr"/>
            <a:r>
              <a:rPr lang="en-US" sz="36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Design:</a:t>
            </a:r>
          </a:p>
        </p:txBody>
      </p:sp>
      <p:pic>
        <p:nvPicPr>
          <p:cNvPr id="5" name="Content Placeholder 4" descr="A mechanical model of a car engine&#10;&#10;AI-generated content may be incorrect.">
            <a:extLst>
              <a:ext uri="{FF2B5EF4-FFF2-40B4-BE49-F238E27FC236}">
                <a16:creationId xmlns:a16="http://schemas.microsoft.com/office/drawing/2014/main" id="{7A024E6E-5702-1F24-3D53-4B540E6D0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945" y="643466"/>
            <a:ext cx="5443442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1674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7903-9F7D-88CD-15B6-D31EA7AE0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u="sng">
                <a:solidFill>
                  <a:srgbClr val="FFFFFF"/>
                </a:solidFill>
              </a:rPr>
              <a:t>Mathematical modeling: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D1D5F-64BB-D5E7-F8DB-7948C429B7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</p:spPr>
            <p:txBody>
              <a:bodyPr anchor="ctr">
                <a:noAutofit/>
              </a:bodyPr>
              <a:lstStyle/>
              <a:p>
                <a:r>
                  <a:rPr lang="en-US" sz="2400" dirty="0"/>
                  <a:t>a=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, b=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, c=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x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r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y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r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func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D1D5F-64BB-D5E7-F8DB-7948C429B7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  <a:blipFill>
                <a:blip r:embed="rId2"/>
                <a:stretch>
                  <a:fillRect l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8AD0DC-3410-0F07-F98E-50CDDA9299AB}"/>
              </a:ext>
            </a:extLst>
          </p:cNvPr>
          <p:cNvCxnSpPr/>
          <p:nvPr/>
        </p:nvCxnSpPr>
        <p:spPr>
          <a:xfrm>
            <a:off x="1903726" y="3593691"/>
            <a:ext cx="2851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062440-D8FB-8DFF-5EB4-2C6E69E99472}"/>
              </a:ext>
            </a:extLst>
          </p:cNvPr>
          <p:cNvCxnSpPr/>
          <p:nvPr/>
        </p:nvCxnSpPr>
        <p:spPr>
          <a:xfrm>
            <a:off x="1903726" y="4056678"/>
            <a:ext cx="2851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 descr="A diagram of a coupler&#10;&#10;AI-generated content may be incorrect.">
            <a:extLst>
              <a:ext uri="{FF2B5EF4-FFF2-40B4-BE49-F238E27FC236}">
                <a16:creationId xmlns:a16="http://schemas.microsoft.com/office/drawing/2014/main" id="{66EFB340-451F-3806-7317-730E2BFB9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18197"/>
            <a:ext cx="5522268" cy="339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2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21E7F-D14B-F836-25E1-C384AA6E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/>
            <a:r>
              <a:rPr lang="en-US" sz="4000" b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Modeling and simulation: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4F212-E49C-A0C7-0F1D-B082CD126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Simulink &amp;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simscape</a:t>
            </a: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06C62FB-CB76-10C9-8831-8DE4CC045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909" y="1574310"/>
            <a:ext cx="8350181" cy="519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2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6225DA-FCF9-AE0F-7D0C-3416A94D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800" b="1" u="sng"/>
              <a:t>Modeling and simulation:</a:t>
            </a:r>
            <a:endParaRPr lang="en-US" sz="380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034D8-55C1-B8CE-EFC0-901189644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/>
              <a:t>Scope:</a:t>
            </a:r>
          </a:p>
          <a:p>
            <a:r>
              <a:rPr lang="en-US" sz="2200"/>
              <a:t>Displacement and time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442CD-2683-356A-6286-57B04E3B9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71588"/>
            <a:ext cx="6903720" cy="431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2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B6EEA3-0CF6-4448-EB99-601B3BC6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02" y="640080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3D printing :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lastic container with a screwdriver and a plastic bag&#10;&#10;AI-generated content may be incorrect.">
            <a:extLst>
              <a:ext uri="{FF2B5EF4-FFF2-40B4-BE49-F238E27FC236}">
                <a16:creationId xmlns:a16="http://schemas.microsoft.com/office/drawing/2014/main" id="{08F6C436-0856-C57C-4808-54C6AB0A8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107" y="640080"/>
            <a:ext cx="7184994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2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5B96E-77EF-86C3-2667-43175A25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 algn="ctr"/>
            <a:r>
              <a:rPr lang="en-US" sz="36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Prototype:</a:t>
            </a:r>
          </a:p>
        </p:txBody>
      </p:sp>
      <p:pic>
        <p:nvPicPr>
          <p:cNvPr id="5" name="Content Placeholder 4" descr="A white and yellow device with black objects&#10;&#10;AI-generated content may be incorrect.">
            <a:extLst>
              <a:ext uri="{FF2B5EF4-FFF2-40B4-BE49-F238E27FC236}">
                <a16:creationId xmlns:a16="http://schemas.microsoft.com/office/drawing/2014/main" id="{2F5BA8BB-CF74-2869-EF2F-0AD4320D1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266487"/>
            <a:ext cx="6780700" cy="432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1002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01F1E-A470-0CAC-1DF6-A9AACE26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5" name="Content Placeholder 4" descr="A yellow smiley face with black outline&#10;&#10;AI-generated content may be incorrect.">
            <a:extLst>
              <a:ext uri="{FF2B5EF4-FFF2-40B4-BE49-F238E27FC236}">
                <a16:creationId xmlns:a16="http://schemas.microsoft.com/office/drawing/2014/main" id="{5FB67A17-9BD1-B6FF-CBE0-ECFFB8579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627" y="467208"/>
            <a:ext cx="5953350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77755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688</TotalTime>
  <Words>237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Wingdings</vt:lpstr>
      <vt:lpstr>Office Theme</vt:lpstr>
      <vt:lpstr>Multi-Cylinder Internal Combustion Engine</vt:lpstr>
      <vt:lpstr>Team members:</vt:lpstr>
      <vt:lpstr>Content:</vt:lpstr>
      <vt:lpstr>Introduction:</vt:lpstr>
      <vt:lpstr>Common Aspects Modeled in ICE Simulation:</vt:lpstr>
      <vt:lpstr>Design:</vt:lpstr>
      <vt:lpstr>Mathematical modeling:</vt:lpstr>
      <vt:lpstr>Modeling and simulation:</vt:lpstr>
      <vt:lpstr>Modeling and simulation:</vt:lpstr>
      <vt:lpstr>3D printing :</vt:lpstr>
      <vt:lpstr>Prototype: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atef</dc:creator>
  <cp:lastModifiedBy>mohamed atef</cp:lastModifiedBy>
  <cp:revision>8</cp:revision>
  <dcterms:created xsi:type="dcterms:W3CDTF">2025-05-19T18:43:21Z</dcterms:created>
  <dcterms:modified xsi:type="dcterms:W3CDTF">2025-05-26T13:29:33Z</dcterms:modified>
</cp:coreProperties>
</file>